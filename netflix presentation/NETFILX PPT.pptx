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64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025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2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5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3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65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2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5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88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4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1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029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7230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882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141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28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772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17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3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995" y="737054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NETFLIX CONTENT ANALYSIS DASHBOARD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795" y="2588624"/>
            <a:ext cx="6400800" cy="1752600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2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Brindha G (SA25PM035)</a:t>
            </a:r>
          </a:p>
          <a:p>
            <a:pPr algn="ctr">
              <a:lnSpc>
                <a:spcPct val="12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MBA </a:t>
            </a:r>
          </a:p>
          <a:p>
            <a:pPr algn="ctr">
              <a:lnSpc>
                <a:spcPct val="12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S.A. College of Arts and Science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 advTm="1503">
        <p15:prstTrans prst="origami"/>
      </p:transition>
    </mc:Choice>
    <mc:Fallback>
      <p:transition spd="slow" advTm="150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69"/>
            <a:ext cx="8769531" cy="552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398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937">
        <p15:prstTrans prst="crush"/>
      </p:transition>
    </mc:Choice>
    <mc:Fallback>
      <p:transition spd="slow" advTm="937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provides insights from the Netflix Content Analysis Dashboard.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analyzes Netflix content based on genre, country, duration, ratings, and trends.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understand Netflix’s content strategy and global reach.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Tm="1405">
        <p15:prstTrans prst="curtains"/>
      </p:transition>
    </mc:Choice>
    <mc:Fallback>
      <p:transition spd="slow" advTm="1405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Movies and TV Shows available on Netflix.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 Title, Genre, Country, Release Year, Rating, Duration, Director.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cleaned and structured for analysis.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293">
        <p14:vortex dir="r"/>
      </p:transition>
    </mc:Choice>
    <mc:Fallback>
      <p:transition spd="slow" advTm="293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Show ID: Total number of Netflix titles.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Rating: Total rating categories used.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%GT Count of Director: Data completeness indicator.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Duration Value: Total content duration.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1002">
        <p14:doors dir="vert"/>
      </p:transition>
    </mc:Choice>
    <mc:Fallback>
      <p:transition spd="slow" advTm="1002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GENRE-WISE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Drama has the highest number of titles and total duration.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Comedy and Documentary also show strong presence.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Action, Thriller, and Horror contribute moderately.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295">
        <p14:flip dir="r"/>
      </p:transition>
    </mc:Choice>
    <mc:Fallback>
      <p:transition spd="slow" advTm="295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CONTENT DISTRIBUTION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and India are the largest content contributors.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like France, Germany, Japan, and Canada show moderate contributions.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highlights Netflix’s strong global presence.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24">
        <p14:shred/>
      </p:transition>
    </mc:Choice>
    <mc:Fallback>
      <p:transition spd="slow" advTm="324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CONTENT TREND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production has increased significantly in recent years.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growth observed between 2022 and 2024.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Netflix’s aggressive expansion strategy.</a:t>
            </a:r>
          </a:p>
        </p:txBody>
      </p:sp>
    </p:spTree>
  </p:cSld>
  <p:clrMapOvr>
    <a:masterClrMapping/>
  </p:clrMapOvr>
  <p:transition spd="slow" advTm="317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CONCLUSION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focuses heavily on Drama and long-form content.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shows continuous growth and global expansion.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supports strategic decision-making for content investment.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365">
        <p15:prstTrans prst="fallOver"/>
      </p:transition>
    </mc:Choice>
    <mc:Fallback>
      <p:transition spd="slow" advTm="365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146" y="84909"/>
            <a:ext cx="7797662" cy="11519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70808" y="1636676"/>
            <a:ext cx="7796030" cy="33111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4844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900">
        <p15:prstTrans prst="fracture"/>
      </p:transition>
    </mc:Choice>
    <mc:Fallback>
      <p:transition spd="slow" advTm="29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31</TotalTime>
  <Words>269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Impact</vt:lpstr>
      <vt:lpstr>Times New Roman</vt:lpstr>
      <vt:lpstr>Main Event</vt:lpstr>
      <vt:lpstr>NETFLIX CONTENT ANALYSIS DASHBOARD</vt:lpstr>
      <vt:lpstr>PowerPoint Presentation</vt:lpstr>
      <vt:lpstr>INTRODUCTION</vt:lpstr>
      <vt:lpstr>DATASET OVERVIEW</vt:lpstr>
      <vt:lpstr>KEY PERFORMANCE INDICATORS</vt:lpstr>
      <vt:lpstr>GENRE-WISE ANALYSIS</vt:lpstr>
      <vt:lpstr>COUNTRY-WISE CONTENT DISTRIBUTION</vt:lpstr>
      <vt:lpstr>YEAR-WISE CONTENT TREND</vt:lpstr>
      <vt:lpstr>KEY INSIGHTS &amp; 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Analysis Dashboard</dc:title>
  <dc:creator>Stud</dc:creator>
  <cp:lastModifiedBy>DELL</cp:lastModifiedBy>
  <cp:revision>4</cp:revision>
  <dcterms:modified xsi:type="dcterms:W3CDTF">2026-02-02T07:27:52Z</dcterms:modified>
</cp:coreProperties>
</file>